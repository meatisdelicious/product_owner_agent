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Y5d/HbtrH7PV1gL8sAg+SV4NW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Open with the PO problem: too much feedback, constant prioritization pressure, and a need for faster backlog preparation.</a:t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Explain that the agent does not replace the PO. It gives a consistent, explainable starting point.</a:t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Spend 8 to 10 minutes in the live demo. This slide is only the roadmap.</a:t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Use this as a backup or as the transition after the live demo. Point out that the UI groups the PO decision into analysis, prioritization, complexity, story, and criteria.</a:t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Mention the key formula: priority score = 0.4 impact + 0.6 urgency. MoSCoW categories are derived from score thresholds.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Tie this to the evaluation criteria: technical quality, completeness, business understanding, and user experience.</a:t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Close with the value: faster triage, clearer prioritization, and better backlog quality.</a:t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955593f1e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d955593f1e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Close with the value: faster triage, clearer prioritization, and better backlog quality.</a:t>
            </a:r>
            <a:endParaRPr/>
          </a:p>
        </p:txBody>
      </p:sp>
      <p:sp>
        <p:nvSpPr>
          <p:cNvPr id="159" name="Google Shape;159;g3d955593f1e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955593f1e_2_19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g3d955593f1e_2_19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" name="Google Shape;16;g3d955593f1e_2_19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d955593f1e_2_19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g3d955593f1e_2_19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" name="Google Shape;19;g3d955593f1e_2_190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g3d955593f1e_2_19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d955593f1e_2_19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3" name="Google Shape;23;g3d955593f1e_2_19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d955593f1e_2_19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g3d955593f1e_2_19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d955593f1e_2_19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d955593f1e_2_20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g3d955593f1e_2_20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0" name="Google Shape;30;g3d955593f1e_2_20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d955593f1e_2_20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g3d955593f1e_2_2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3" name="Google Shape;33;g3d955593f1e_2_2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g3d955593f1e_2_20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d955593f1e_2_21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g3d955593f1e_2_2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8" name="Google Shape;38;g3d955593f1e_2_2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d955593f1e_2_2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d955593f1e_2_21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1" name="Google Shape;41;g3d955593f1e_2_21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g3d955593f1e_2_21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g3d955593f1e_2_2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955593f1e_2_22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g3d955593f1e_2_2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g3d955593f1e_2_2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d955593f1e_2_2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g3d955593f1e_2_22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g3d955593f1e_2_2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955593f1e_2_2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g3d955593f1e_2_2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g3d955593f1e_2_2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d955593f1e_2_2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g3d955593f1e_2_22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g3d955593f1e_2_228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g3d955593f1e_2_2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d955593f1e_2_23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1" name="Google Shape;61;g3d955593f1e_2_2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d955593f1e_2_2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g3d955593f1e_2_23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d955593f1e_2_2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955593f1e_2_24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g3d955593f1e_2_2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8" name="Google Shape;68;g3d955593f1e_2_2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g3d955593f1e_2_2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g3d955593f1e_2_24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1" name="Google Shape;71;g3d955593f1e_2_24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g3d955593f1e_2_24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g3d955593f1e_2_2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955593f1e_2_25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6" name="Google Shape;76;g3d955593f1e_2_2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d955593f1e_2_25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9" name="Google Shape;79;g3d955593f1e_2_25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d955593f1e_2_25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g3d955593f1e_2_25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g3d955593f1e_2_25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d955593f1e_2_2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955593f1e_2_26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55593f1e_2_263"/>
          <p:cNvSpPr txBox="1"/>
          <p:nvPr>
            <p:ph type="title"/>
          </p:nvPr>
        </p:nvSpPr>
        <p:spPr>
          <a:xfrm>
            <a:off x="457201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g3d955593f1e_2_263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 sz="21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3pPr>
            <a:lvl4pPr indent="-32385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5pPr>
            <a:lvl6pPr indent="-32385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/>
            </a:lvl6pPr>
            <a:lvl7pPr indent="-32385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8pPr>
            <a:lvl9pPr indent="-32385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Char char="■"/>
              <a:defRPr sz="1500"/>
            </a:lvl9pPr>
          </a:lstStyle>
          <a:p/>
        </p:txBody>
      </p:sp>
      <p:sp>
        <p:nvSpPr>
          <p:cNvPr id="89" name="Google Shape;89;g3d955593f1e_2_263"/>
          <p:cNvSpPr txBox="1"/>
          <p:nvPr>
            <p:ph idx="2" type="body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90" name="Google Shape;90;g3d955593f1e_2_26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d955593f1e_2_26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d955593f1e_2_26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55593f1e_2_27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g3d955593f1e_2_270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6" name="Google Shape;96;g3d955593f1e_2_27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d955593f1e_2_27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d955593f1e_2_27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955593f1e_2_1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g3d955593f1e_2_1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d955593f1e_2_18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685800" y="917944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Product Owner Agent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371600" y="233330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/>
              <a:t>AI assistant for feedback analysis, prioritization, and user story writing</a:t>
            </a:r>
            <a:br>
              <a:rPr lang="en-US">
                <a:solidFill>
                  <a:srgbClr val="888888"/>
                </a:solidFill>
              </a:rPr>
            </a:br>
            <a:br>
              <a:rPr lang="en-US">
                <a:solidFill>
                  <a:srgbClr val="888888"/>
                </a:solidFill>
              </a:rPr>
            </a:br>
            <a:r>
              <a:rPr lang="en-US"/>
              <a:t>Technical test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/>
              <a:t>Product Owner Agent</a:t>
            </a:r>
            <a:endParaRPr/>
          </a:p>
        </p:txBody>
      </p:sp>
      <p:sp>
        <p:nvSpPr>
          <p:cNvPr id="111" name="Google Shape;111;p2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000"/>
              <a:buNone/>
            </a:pPr>
            <a:r>
              <a:rPr lang="en-US"/>
              <a:t>Turns raw customer feedback into backlog-ready decisions.</a:t>
            </a:r>
            <a:endParaRPr/>
          </a:p>
        </p:txBody>
      </p:sp>
      <p:pic>
        <p:nvPicPr>
          <p:cNvPr descr="1_Data/readme_imgs/start_page.png" id="112" name="Google Shape;1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700" y="1295400"/>
            <a:ext cx="5105400" cy="21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Product Need And Scope</a:t>
            </a:r>
            <a:endParaRPr/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/>
              <a:t>The agent supports three daily Product Owner tasks: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feedback analysis: classify the comment and extract the requested feature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prioritization: estimate impact and urgency, then compute a MoSCoW recommendation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assisted writing: generate a user story, acceptance criteria, and complexity estimate</a:t>
            </a:r>
            <a:endParaRPr sz="1800"/>
          </a:p>
          <a:p>
            <a:pPr indent="0" lvl="0" marL="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None/>
            </a:pPr>
            <a:r>
              <a:rPr lang="en-US" sz="1800"/>
              <a:t>The output is a structured first analysis for the PO to review.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Demo Plan</a:t>
            </a:r>
            <a:endParaRPr/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457200" y="1200150"/>
            <a:ext cx="82296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/>
              <a:t>Example feedback:</a:t>
            </a:r>
            <a:endParaRPr sz="1800"/>
          </a:p>
          <a:p>
            <a:pPr indent="0" lvl="0" marL="1270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/>
              <a:t>“We need role-based permissions because managing access across large teams is risky right now. Admin control is not granular enough.”</a:t>
            </a:r>
            <a:endParaRPr sz="18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/>
              <a:t>Demo flow: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Run the full pipeline from the UI.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Review extracted feature and feedback type.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Review impact, urgency, score, and MoSCoW category.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Review generated user story, acceptance criteria, and complexity.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Result Example</a:t>
            </a:r>
            <a:endParaRPr/>
          </a:p>
        </p:txBody>
      </p:sp>
      <p:pic>
        <p:nvPicPr>
          <p:cNvPr descr="1_Data/readme_imgs/final_result_with_ui_example.png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0" y="1193800"/>
            <a:ext cx="601980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457200" y="1200150"/>
            <a:ext cx="82296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User feedback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-&gt; ProductOwnerAgent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    -&gt; FeatureExtractor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    -&gt; FeatureEvaluator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    -&gt; FeatureScorer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    -&gt; UserStoryWriter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-&gt; ProductOwnerOutput</a:t>
            </a:r>
            <a:endParaRPr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/>
              <a:t>Technical choices: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specialized agents keep each prompt focused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Pydantic schemas constrain model outputs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priority score and complexity are deterministic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Streamlit UI and CLI share the same orchestration layer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/>
              <a:t>Evaluation And Quality</a:t>
            </a:r>
            <a:endParaRPr/>
          </a:p>
        </p:txBody>
      </p:sp>
      <p:sp>
        <p:nvSpPr>
          <p:cNvPr id="147" name="Google Shape;147;p7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Quality controls: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  <a:p>
            <a:pPr indent="-295275" lvl="0" marL="457200" rtl="0" algn="l">
              <a:spcBef>
                <a:spcPts val="200"/>
              </a:spcBef>
              <a:spcAft>
                <a:spcPts val="0"/>
              </a:spcAft>
              <a:buSzPts val="1050"/>
              <a:buChar char="-"/>
            </a:pPr>
            <a:r>
              <a:rPr lang="en-US"/>
              <a:t>dataset-based evaluation checks expected output quality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5275" lvl="0" marL="457200" rtl="0" algn="l">
              <a:spcBef>
                <a:spcPts val="200"/>
              </a:spcBef>
              <a:spcAft>
                <a:spcPts val="0"/>
              </a:spcAft>
              <a:buSzPts val="1050"/>
              <a:buChar char="-"/>
            </a:pPr>
            <a:r>
              <a:rPr lang="en-US"/>
              <a:t>deterministic calculations reduce variability for business-critical decisions</a:t>
            </a:r>
            <a:endParaRPr/>
          </a:p>
        </p:txBody>
      </p:sp>
      <p:pic>
        <p:nvPicPr>
          <p:cNvPr descr="1_Data/readme_imgs/metrics_large_dataset.png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700" y="762000"/>
            <a:ext cx="5105400" cy="32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Challenges And Next Steps</a:t>
            </a:r>
            <a:endParaRPr/>
          </a:p>
        </p:txBody>
      </p:sp>
      <p:sp>
        <p:nvSpPr>
          <p:cNvPr id="155" name="Google Shape;155;p8"/>
          <p:cNvSpPr txBox="1"/>
          <p:nvPr>
            <p:ph idx="1" type="body"/>
          </p:nvPr>
        </p:nvSpPr>
        <p:spPr>
          <a:xfrm>
            <a:off x="457200" y="1200150"/>
            <a:ext cx="8229600" cy="3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/>
              <a:t>Challenges solved: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ambiguous feedback is normalized into structured fields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subjective prioritization is made reviewable with explicit justifications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generated stories follow a consistent PO-ready format</a:t>
            </a:r>
            <a:endParaRPr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/>
              <a:t>Next steps: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use real world data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handle edge cases (ambiguous feedback, multiple feature handling…) 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connect to Jira, Linear, or ticketing tools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process batches of feedback instead of one comment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Parallelise llm api requests </a:t>
            </a:r>
            <a:endParaRPr sz="1600"/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955593f1e_2_0"/>
          <p:cNvSpPr txBox="1"/>
          <p:nvPr>
            <p:ph type="title"/>
          </p:nvPr>
        </p:nvSpPr>
        <p:spPr>
          <a:xfrm>
            <a:off x="457200" y="2087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thank you for your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2026-04-25T13:20:56Z</dcterms:created>
  <dc:creator>Technical test presentation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subtitle">
    <vt:lpwstr>AI assistant for feedback analysis, prioritization, and user story writing</vt:lpwstr>
  </property>
</Properties>
</file>